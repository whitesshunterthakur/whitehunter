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1430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JAY HIND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  <a:latin typeface="Aptos"/>
              </a:rPr>
              <a:t>भारतीय नौसेना की जय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3400" b="1">
                <a:solidFill>
                  <a:srgbClr val="FFFFFF"/>
                </a:solidFill>
                <a:latin typeface="Aptos"/>
              </a:rPr>
              <a:t>SAMUDRA KAWACH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00" y="3300000"/>
            <a:ext cx="50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A centralized cyber security application that brings key security tools and activities together in one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7947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>
                <a:solidFill>
                  <a:srgbClr val="FFFFFF"/>
                </a:solidFill>
              </a:defRPr>
            </a:pPr>
            <a:r>
              <a:rPr sz="1000" b="0">
                <a:solidFill>
                  <a:srgbClr val="AAB4BE"/>
                </a:solidFill>
                <a:latin typeface="Aptos"/>
              </a:rPr>
              <a:t>SAMUDRA KAWACH  •  AIW COURSE 2026                                      01</a:t>
            </a:r>
          </a:p>
        </p:txBody>
      </p:sp>
      <p:pic>
        <p:nvPicPr>
          <p:cNvPr id="13" name="Picture 12" descr="Navy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000" y="3000000"/>
            <a:ext cx="4700000" cy="2650000"/>
          </a:xfrm>
          <a:prstGeom prst="rect">
            <a:avLst/>
          </a:prstGeom>
        </p:spPr>
      </p:pic>
      <p:pic>
        <p:nvPicPr>
          <p:cNvPr id="14" name="Picture 13" descr="Screenshot 2026-09-25 171737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5" name="Picture 14" descr="Screenshot 2026-09-25 171756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0000" y="4502400"/>
            <a:ext cx="5000000" cy="990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2000" b="0">
                <a:solidFill>
                  <a:srgbClr val="FFFFFF"/>
                </a:solidFill>
                <a:latin typeface="Arial"/>
              </a:defRPr>
            </a:pPr>
            <a:r>
              <a:t>Presented by :-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FFD700"/>
                </a:solidFill>
                <a:latin typeface="Arial"/>
              </a:defRPr>
            </a:pPr>
            <a:r>
              <a:t>        SAURABH SINGH, L LOG (F&amp;A)</a:t>
            </a:r>
          </a:p>
          <a:p>
            <a:pPr algn="l">
              <a:spcAft>
                <a:spcPts val="300"/>
              </a:spcAft>
              <a:defRPr sz="1800" b="1">
                <a:solidFill>
                  <a:srgbClr val="FFD700"/>
                </a:solidFill>
                <a:latin typeface="Arial"/>
              </a:defRPr>
            </a:pPr>
            <a:r>
              <a:t>        VIKKY KUMAR, LME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6"/>
            <a:ext cx="12191695" cy="68452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ANALYZER &amp; GENERATOR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SECURITY ANALYSIS AND DATA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Analyze security-related information in one place.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Enter data or inputs for security checks.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Generate useful security outputs when needed.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reduce manual work during routine tasks.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02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44" y="0"/>
            <a:ext cx="10924007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SECURE VAULT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SAFE STORAGE OF SENSITIVE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Stores important security information in a protected space.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keep credentials and secrets organized.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Provides a dedicated place for sensitive data.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Makes secure information easier to manage.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03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68" y="0"/>
            <a:ext cx="11379758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EXPIRY &amp; ROTATION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MANAGING SECURITY SECRETS AND CREDENTIALS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track security secrets and credentials.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Shows when important information needs attention.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Supports timely expiry and replacement.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keep security information up to date.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04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803" y="0"/>
            <a:ext cx="10702089" cy="685799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2FA / OTP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EXTRA LAYER OF ACCOUNT PROTECTION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Adds an extra step during login.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Uses OTP codes for additional verification.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protect accounts from unauthorized access.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Provides safer access to protected areas.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05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49" y="0"/>
            <a:ext cx="11116596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PHISHING CHECKER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CHECKING SUSPICIOUS LINKS AND CONTENT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Checks links or content that may be suspicious.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identify common phishing warning signs.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Supports safer email and web activities.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Provides a quick way to assess a suspicious item.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06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30" y="0"/>
            <a:ext cx="1037063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FILE HASH &amp; MALWARE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FILE CHECKING AND INITIAL THREAT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Checks files using their cryptographic hash.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identify and examine suspicious files.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Supports initial malware investigation.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Keeps file-related security checks organized.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07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00" y="0"/>
            <a:ext cx="10881894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CYBER CRIME NEWS /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SECURITY NEWS AND THREAT AWARENESS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Provides updates about cyber security developments.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users stay aware of new cyber threats.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Brings important security information into one place.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Supports regular cyber security awareness.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08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324"/>
            <a:ext cx="12191695" cy="6179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COMMANDS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SECURITY COMMANDS AND OPERATIONAL UTILITIES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Provides a central place for useful commands.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users access security-related actions quickly.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Supports routine operational activities.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Keeps commonly used utilities easier to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09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m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71" y="0"/>
            <a:ext cx="10534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760000"/>
            <a:ext cx="10515600" cy="6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/>
            </a:pPr>
            <a:r>
              <a:rPr>
                <a:solidFill>
                  <a:srgbClr val="FFFFFF"/>
                </a:solidFill>
              </a:rPr>
              <a:t>HELP CENTER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0000"/>
            <a:ext cx="10515600" cy="4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/>
            </a:pPr>
            <a:r>
              <a:rPr>
                <a:solidFill>
                  <a:srgbClr val="FFFFFF"/>
                </a:solidFill>
              </a:rPr>
              <a:t>GUIDANCE AND SUPPORT FOR USING THE 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0000" y="2350000"/>
            <a:ext cx="10150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Provides help for using Samudra Kawach features.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Explains available modules and workflows.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Helps users understand how to use the application.</a:t>
            </a:r>
          </a:p>
          <a:p>
            <a:pPr algn="l">
              <a:spcAft>
                <a:spcPts val="1800"/>
              </a:spcAft>
              <a:defRPr sz="2300"/>
            </a:pPr>
            <a:r>
              <a:rPr>
                <a:solidFill>
                  <a:srgbClr val="FFFFFF"/>
                </a:solidFill>
              </a:rPr>
              <a:t>• Brings support information into one convenient place.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SAMUDRA KAWACH  •  AIW COURSE 2026                                      10</a:t>
            </a:r>
          </a:p>
        </p:txBody>
      </p:sp>
      <p:pic>
        <p:nvPicPr>
          <p:cNvPr id="13" name="Picture 12" descr="Screenshot 2026-09-25 17173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4" name="Picture 13" descr="Screenshot 2026-09-25 171756(1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624"/>
          </a:solidFill>
          <a:ln>
            <a:solidFill>
              <a:srgbClr val="0816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BEA046"/>
          </a:solidFill>
          <a:ln>
            <a:solidFill>
              <a:srgbClr val="BEA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>
                <a:solidFill>
                  <a:srgbClr val="FFFFFF"/>
                </a:solidFill>
              </a:defRPr>
            </a:pPr>
            <a:r>
              <a:rPr sz="2200" b="1">
                <a:solidFill>
                  <a:srgbClr val="FFFFFF"/>
                </a:solidFill>
                <a:latin typeface="Aptos"/>
              </a:rPr>
              <a:t>JAY HIND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>
                <a:solidFill>
                  <a:srgbClr val="FFFFFF"/>
                </a:solidFill>
              </a:defRPr>
            </a:pPr>
            <a:r>
              <a:rPr sz="34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00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sz="2000" b="1">
                <a:solidFill>
                  <a:srgbClr val="BEA046"/>
                </a:solidFill>
                <a:latin typeface="Aptos"/>
              </a:rPr>
              <a:t>SAMUDRA KAWACH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49039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rPr sz="1600" b="0">
                <a:solidFill>
                  <a:srgbClr val="FFFFFF"/>
                </a:solidFill>
                <a:latin typeface="Aptos"/>
              </a:rPr>
              <a:t>DEVELOPED BY – AIW COURSE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SAMUDRA KAWACH  •  AIW COURSE 2026                                      11</a:t>
            </a:r>
          </a:p>
        </p:txBody>
      </p:sp>
      <p:pic>
        <p:nvPicPr>
          <p:cNvPr id="12" name="Picture 11" descr="Screenshot 2026-09-25 171737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6304"/>
            <a:ext cx="539496" cy="713232"/>
          </a:xfrm>
          <a:prstGeom prst="rect">
            <a:avLst/>
          </a:prstGeom>
        </p:spPr>
      </p:pic>
      <p:pic>
        <p:nvPicPr>
          <p:cNvPr id="13" name="Picture 12" descr="Screenshot 2026-09-25 171756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164592"/>
            <a:ext cx="841248" cy="475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lag_watermark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368" y="1600200"/>
            <a:ext cx="6309360" cy="3584448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noFill/>
          <a:ln w="2286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